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365760"/>
            <a:ext cx="11713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Arial"/>
              </a:rPr>
              <a:t>Template: 3-AZ High Availability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11704320" cy="5303520"/>
          </a:xfrm>
          <a:prstGeom prst="rect">
            <a:avLst/>
          </a:prstGeom>
          <a:noFill/>
          <a:ln w="15875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AWS Cloud</a:t>
            </a:r>
          </a:p>
        </p:txBody>
      </p:sp>
      <p:pic>
        <p:nvPicPr>
          <p:cNvPr id="4" name="Picture 3" descr="AWS-Cloud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84048" cy="3840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645920"/>
            <a:ext cx="11155680" cy="4389120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VPC</a:t>
            </a:r>
          </a:p>
        </p:txBody>
      </p:sp>
      <p:pic>
        <p:nvPicPr>
          <p:cNvPr id="6" name="Picture 5" descr="Virtual-private-cloud-VPC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2194560"/>
            <a:ext cx="3291840" cy="34747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AZ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60320"/>
            <a:ext cx="2926080" cy="1280160"/>
          </a:xfrm>
          <a:prstGeom prst="rect">
            <a:avLst/>
          </a:prstGeom>
          <a:noFill/>
          <a:ln w="15875">
            <a:solidFill>
              <a:srgbClr val="7AA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Public Subnet</a:t>
            </a:r>
          </a:p>
        </p:txBody>
      </p:sp>
      <p:pic>
        <p:nvPicPr>
          <p:cNvPr id="9" name="Picture 8" descr="Public-subnet_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560320"/>
            <a:ext cx="384048" cy="3840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05840" y="4023360"/>
            <a:ext cx="2926080" cy="1280160"/>
          </a:xfrm>
          <a:prstGeom prst="rect">
            <a:avLst/>
          </a:prstGeom>
          <a:noFill/>
          <a:ln w="15875"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Private Subnet</a:t>
            </a:r>
          </a:p>
        </p:txBody>
      </p:sp>
      <p:pic>
        <p:nvPicPr>
          <p:cNvPr id="11" name="Picture 10" descr="Private-subnet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23360"/>
            <a:ext cx="384048" cy="3840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89120" y="2194560"/>
            <a:ext cx="3291840" cy="34747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AZ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2926080" cy="1280160"/>
          </a:xfrm>
          <a:prstGeom prst="rect">
            <a:avLst/>
          </a:prstGeom>
          <a:noFill/>
          <a:ln w="15875">
            <a:solidFill>
              <a:srgbClr val="7AA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Public Subnet</a:t>
            </a:r>
          </a:p>
        </p:txBody>
      </p:sp>
      <p:pic>
        <p:nvPicPr>
          <p:cNvPr id="14" name="Picture 13" descr="Public-subnet_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60320"/>
            <a:ext cx="384048" cy="38404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0" y="4023360"/>
            <a:ext cx="2926080" cy="1280160"/>
          </a:xfrm>
          <a:prstGeom prst="rect">
            <a:avLst/>
          </a:prstGeom>
          <a:noFill/>
          <a:ln w="15875"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Private Subnet</a:t>
            </a:r>
          </a:p>
        </p:txBody>
      </p:sp>
      <p:pic>
        <p:nvPicPr>
          <p:cNvPr id="16" name="Picture 15" descr="Private-subnet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023360"/>
            <a:ext cx="384048" cy="38404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955279" y="2194560"/>
            <a:ext cx="3291840" cy="3474720"/>
          </a:xfrm>
          <a:prstGeom prst="rect">
            <a:avLst/>
          </a:prstGeom>
          <a:noFill/>
          <a:ln w="15875">
            <a:solidFill>
              <a:srgbClr val="00A4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AZ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560320"/>
            <a:ext cx="2926080" cy="1280160"/>
          </a:xfrm>
          <a:prstGeom prst="rect">
            <a:avLst/>
          </a:prstGeom>
          <a:noFill/>
          <a:ln w="15875">
            <a:solidFill>
              <a:srgbClr val="7AA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Public Subnet</a:t>
            </a:r>
          </a:p>
        </p:txBody>
      </p:sp>
      <p:pic>
        <p:nvPicPr>
          <p:cNvPr id="19" name="Picture 18" descr="Public-subnet_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560320"/>
            <a:ext cx="384048" cy="38404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138160" y="4023360"/>
            <a:ext cx="2926080" cy="1280160"/>
          </a:xfrm>
          <a:prstGeom prst="rect">
            <a:avLst/>
          </a:prstGeom>
          <a:noFill/>
          <a:ln w="15875"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Private Subnet</a:t>
            </a:r>
          </a:p>
        </p:txBody>
      </p:sp>
      <p:pic>
        <p:nvPicPr>
          <p:cNvPr id="21" name="Picture 20" descr="Private-subnet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023360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41648" y="62910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latin typeface="Arial"/>
              </a:rPr>
              <a:t>© 2026, Amazon Web Services, Inc. or its affiliates.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