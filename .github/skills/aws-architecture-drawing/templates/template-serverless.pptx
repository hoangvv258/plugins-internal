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365760"/>
            <a:ext cx="11713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Arial"/>
              </a:rPr>
              <a:t>Template: Serverless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0" cy="5029200"/>
          </a:xfrm>
          <a:prstGeom prst="rect">
            <a:avLst/>
          </a:prstGeom>
          <a:noFill/>
          <a:ln w="15875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AWS Cloud</a:t>
            </a:r>
          </a:p>
        </p:txBody>
      </p:sp>
      <p:pic>
        <p:nvPicPr>
          <p:cNvPr id="4" name="Picture 3" descr="AWS-Cloud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latin typeface="Arial"/>
              </a:rPr>
              <a:t>&lt;- Users /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2910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latin typeface="Arial"/>
              </a:rPr>
              <a:t>© 2026, Amazon Web Services, Inc. or its affiliates.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