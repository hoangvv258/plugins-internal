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365760"/>
            <a:ext cx="11713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Arial"/>
              </a:rPr>
              <a:t>Template: Basic VPC with 2 AZs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  <a:ln w="15875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AWS Cloud</a:t>
            </a:r>
          </a:p>
        </p:txBody>
      </p:sp>
      <p:pic>
        <p:nvPicPr>
          <p:cNvPr id="4" name="Picture 3" descr="AWS-Cloud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384048" cy="3840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88720" y="1645920"/>
            <a:ext cx="10058400" cy="438912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VPC (10.0.0.0/16)</a:t>
            </a:r>
          </a:p>
        </p:txBody>
      </p:sp>
      <p:pic>
        <p:nvPicPr>
          <p:cNvPr id="6" name="Picture 5" descr="Virtual-private-cloud-VPC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645920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45920" y="2194560"/>
            <a:ext cx="4389120" cy="347472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Availability Zone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560320"/>
            <a:ext cx="4023360" cy="1280160"/>
          </a:xfrm>
          <a:prstGeom prst="rect">
            <a:avLst/>
          </a:prstGeom>
          <a:noFill/>
          <a:ln w="15875">
            <a:solidFill>
              <a:srgbClr val="7AA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Public Subnet</a:t>
            </a:r>
          </a:p>
        </p:txBody>
      </p:sp>
      <p:pic>
        <p:nvPicPr>
          <p:cNvPr id="9" name="Picture 8" descr="Public-subnet_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560320"/>
            <a:ext cx="384048" cy="3840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28800" y="4023360"/>
            <a:ext cx="4023360" cy="1280160"/>
          </a:xfrm>
          <a:prstGeom prst="rect">
            <a:avLst/>
          </a:prstGeom>
          <a:noFill/>
          <a:ln w="15875"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Private Subnet</a:t>
            </a:r>
          </a:p>
        </p:txBody>
      </p:sp>
      <p:pic>
        <p:nvPicPr>
          <p:cNvPr id="11" name="Picture 10" descr="Private-subnet_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023360"/>
            <a:ext cx="384048" cy="3840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0" y="2194560"/>
            <a:ext cx="4389120" cy="347472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Availability Zone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560320"/>
            <a:ext cx="4023360" cy="1280160"/>
          </a:xfrm>
          <a:prstGeom prst="rect">
            <a:avLst/>
          </a:prstGeom>
          <a:noFill/>
          <a:ln w="15875">
            <a:solidFill>
              <a:srgbClr val="7AA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Public Subnet</a:t>
            </a:r>
          </a:p>
        </p:txBody>
      </p:sp>
      <p:pic>
        <p:nvPicPr>
          <p:cNvPr id="14" name="Picture 13" descr="Public-subnet_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560320"/>
            <a:ext cx="384048" cy="38404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83680" y="4023360"/>
            <a:ext cx="4023360" cy="1280160"/>
          </a:xfrm>
          <a:prstGeom prst="rect">
            <a:avLst/>
          </a:prstGeom>
          <a:noFill/>
          <a:ln w="15875"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Private Subnet</a:t>
            </a:r>
          </a:p>
        </p:txBody>
      </p:sp>
      <p:pic>
        <p:nvPicPr>
          <p:cNvPr id="16" name="Picture 15" descr="Private-subnet_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023360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41648" y="62910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latin typeface="Arial"/>
              </a:rPr>
              <a:t>© 2026, Amazon Web Services, Inc. or its affiliates.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