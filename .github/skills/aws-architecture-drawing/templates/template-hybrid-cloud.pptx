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365760"/>
            <a:ext cx="11713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Arial"/>
              </a:rPr>
              <a:t>Template: Hybrid Cloud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530352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On-Premises Data Center</a:t>
            </a:r>
          </a:p>
        </p:txBody>
      </p:sp>
      <p:pic>
        <p:nvPicPr>
          <p:cNvPr id="4" name="Picture 3" descr="Corporate-data-center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4048" cy="3840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0" y="1097280"/>
            <a:ext cx="6858000" cy="5303520"/>
          </a:xfrm>
          <a:prstGeom prst="rect">
            <a:avLst/>
          </a:prstGeom>
          <a:noFill/>
          <a:ln w="15875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AWS Cloud</a:t>
            </a:r>
          </a:p>
        </p:txBody>
      </p:sp>
      <p:pic>
        <p:nvPicPr>
          <p:cNvPr id="6" name="Picture 5" descr="AWS-Cloud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0" y="1645920"/>
            <a:ext cx="5943600" cy="438912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VPC</a:t>
            </a:r>
          </a:p>
        </p:txBody>
      </p:sp>
      <p:pic>
        <p:nvPicPr>
          <p:cNvPr id="8" name="Picture 7" descr="Virtual-private-cloud-VPC_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645920"/>
            <a:ext cx="384048" cy="3840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60720" y="2194560"/>
            <a:ext cx="5394960" cy="3474720"/>
          </a:xfrm>
          <a:prstGeom prst="rect">
            <a:avLst/>
          </a:prstGeom>
          <a:noFill/>
          <a:ln w="15875"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Private Subnet</a:t>
            </a:r>
          </a:p>
        </p:txBody>
      </p:sp>
      <p:pic>
        <p:nvPicPr>
          <p:cNvPr id="10" name="Picture 9" descr="Private-subnet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194560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41648" y="62910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latin typeface="Arial"/>
              </a:rPr>
              <a:t>© 2026, Amazon Web Services, Inc. or its affiliates.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