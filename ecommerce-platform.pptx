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365760"/>
            <a:ext cx="11713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Arial"/>
              </a:rPr>
              <a:t>E-Commerce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3017520"/>
            <a:ext cx="1188720" cy="155448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307238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005840"/>
            <a:ext cx="10561320" cy="5577840"/>
          </a:xfrm>
          <a:prstGeom prst="rect">
            <a:avLst/>
          </a:prstGeom>
          <a:noFill/>
          <a:ln w="15875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93392" y="1060704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AWS Cloud</a:t>
            </a:r>
          </a:p>
        </p:txBody>
      </p:sp>
      <p:pic>
        <p:nvPicPr>
          <p:cNvPr id="7" name="Picture 6" descr="AWS-Cloud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005840"/>
            <a:ext cx="384048" cy="3840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920240" y="1325880"/>
            <a:ext cx="9829800" cy="52578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380744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us-east-1</a:t>
            </a:r>
          </a:p>
        </p:txBody>
      </p:sp>
      <p:pic>
        <p:nvPicPr>
          <p:cNvPr id="10" name="Picture 9" descr="Region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325880"/>
            <a:ext cx="384048" cy="3840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937760" y="2423160"/>
            <a:ext cx="6583680" cy="402336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6672" y="2478024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VPC (10.0.0.0/16)</a:t>
            </a:r>
          </a:p>
        </p:txBody>
      </p:sp>
      <p:pic>
        <p:nvPicPr>
          <p:cNvPr id="13" name="Picture 12" descr="Virtual-private-cloud-VPC_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23160"/>
            <a:ext cx="384048" cy="38404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303520" y="2743200"/>
            <a:ext cx="5943600" cy="352044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2798064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AZ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3017520"/>
            <a:ext cx="5394960" cy="1463040"/>
          </a:xfrm>
          <a:prstGeom prst="rect">
            <a:avLst/>
          </a:prstGeom>
          <a:noFill/>
          <a:ln w="15875">
            <a:solidFill>
              <a:srgbClr val="7AA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3072384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Public Subnet</a:t>
            </a:r>
          </a:p>
        </p:txBody>
      </p:sp>
      <p:pic>
        <p:nvPicPr>
          <p:cNvPr id="18" name="Picture 17" descr="Public-subnet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017520"/>
            <a:ext cx="384048" cy="38404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577840" y="4709160"/>
            <a:ext cx="5394960" cy="1417320"/>
          </a:xfrm>
          <a:prstGeom prst="rect">
            <a:avLst/>
          </a:prstGeom>
          <a:noFill/>
          <a:ln w="15875"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4764024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rial"/>
              </a:rPr>
              <a:t>Private Subnet</a:t>
            </a:r>
          </a:p>
        </p:txBody>
      </p:sp>
      <p:pic>
        <p:nvPicPr>
          <p:cNvPr id="21" name="Picture 20" descr="Private-subnet_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4709160"/>
            <a:ext cx="384048" cy="384048"/>
          </a:xfrm>
          <a:prstGeom prst="rect">
            <a:avLst/>
          </a:prstGeom>
        </p:spPr>
      </p:pic>
      <p:pic>
        <p:nvPicPr>
          <p:cNvPr id="22" name="Picture 21" descr="Res_General_Users_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210" y="3337560"/>
            <a:ext cx="388620" cy="3886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2900" y="37261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Users</a:t>
            </a:r>
          </a:p>
        </p:txBody>
      </p:sp>
      <p:pic>
        <p:nvPicPr>
          <p:cNvPr id="24" name="Picture 23" descr="Arch_Amazon-Route-53_4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7766" y="1554480"/>
            <a:ext cx="645109" cy="6451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055114" y="2199589"/>
            <a:ext cx="10104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Amazon</a:t>
            </a:r>
            <a:br/>
            <a:r>
              <a:rPr sz="1200">
                <a:solidFill>
                  <a:srgbClr val="000000"/>
                </a:solidFill>
                <a:latin typeface="Arial"/>
              </a:rPr>
              <a:t>Route 53</a:t>
            </a:r>
          </a:p>
        </p:txBody>
      </p:sp>
      <p:pic>
        <p:nvPicPr>
          <p:cNvPr id="26" name="Picture 25" descr="Arch_Amazon-Simple-Storage-Service_4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2246" y="1554480"/>
            <a:ext cx="645109" cy="6451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609594" y="2199589"/>
            <a:ext cx="10104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Amazon S3</a:t>
            </a:r>
          </a:p>
        </p:txBody>
      </p:sp>
      <p:pic>
        <p:nvPicPr>
          <p:cNvPr id="28" name="Picture 27" descr="Arch_Amazon-DynamoDB_4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0166" y="1554480"/>
            <a:ext cx="645109" cy="6451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27514" y="2199589"/>
            <a:ext cx="10104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Amazon</a:t>
            </a:r>
            <a:br/>
            <a:r>
              <a:rPr sz="1200">
                <a:solidFill>
                  <a:srgbClr val="000000"/>
                </a:solidFill>
                <a:latin typeface="Arial"/>
              </a:rPr>
              <a:t>DynamoDB</a:t>
            </a:r>
          </a:p>
        </p:txBody>
      </p:sp>
      <p:pic>
        <p:nvPicPr>
          <p:cNvPr id="30" name="Picture 29" descr="Arch_Amazon-CloudFront_4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7766" y="3337560"/>
            <a:ext cx="645109" cy="6451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055114" y="3982669"/>
            <a:ext cx="10104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Amazon</a:t>
            </a:r>
            <a:br/>
            <a:r>
              <a:rPr sz="1200">
                <a:solidFill>
                  <a:srgbClr val="000000"/>
                </a:solidFill>
                <a:latin typeface="Arial"/>
              </a:rPr>
              <a:t>CloudFront</a:t>
            </a:r>
          </a:p>
        </p:txBody>
      </p:sp>
      <p:pic>
        <p:nvPicPr>
          <p:cNvPr id="32" name="Picture 31" descr="Arch_Amazon-API-Gateway_4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2246" y="3337560"/>
            <a:ext cx="645109" cy="6451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09594" y="3982669"/>
            <a:ext cx="10104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Amazon</a:t>
            </a:r>
            <a:br/>
            <a:r>
              <a:rPr sz="1200">
                <a:solidFill>
                  <a:srgbClr val="000000"/>
                </a:solidFill>
                <a:latin typeface="Arial"/>
              </a:rPr>
              <a:t>API Gateway</a:t>
            </a:r>
          </a:p>
        </p:txBody>
      </p:sp>
      <p:pic>
        <p:nvPicPr>
          <p:cNvPr id="34" name="Picture 33" descr="Arch_AWS-WAF_4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95366" y="3337560"/>
            <a:ext cx="645109" cy="6451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12714" y="3982669"/>
            <a:ext cx="10104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AWS WAF</a:t>
            </a:r>
          </a:p>
        </p:txBody>
      </p:sp>
      <p:pic>
        <p:nvPicPr>
          <p:cNvPr id="36" name="Picture 35" descr="Arch_Elastic-Load-Balancing_4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66966" y="3337560"/>
            <a:ext cx="645109" cy="6451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84314" y="3982669"/>
            <a:ext cx="10104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Application</a:t>
            </a:r>
            <a:br/>
            <a:r>
              <a:rPr sz="1200">
                <a:solidFill>
                  <a:srgbClr val="000000"/>
                </a:solidFill>
                <a:latin typeface="Arial"/>
              </a:rPr>
              <a:t>Load Balancer</a:t>
            </a:r>
          </a:p>
        </p:txBody>
      </p:sp>
      <p:pic>
        <p:nvPicPr>
          <p:cNvPr id="38" name="Picture 37" descr="Arch_Amazon-EC2_4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6966" y="4937760"/>
            <a:ext cx="645109" cy="6451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84314" y="5582869"/>
            <a:ext cx="10104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Amazon EC2</a:t>
            </a:r>
          </a:p>
        </p:txBody>
      </p:sp>
      <p:pic>
        <p:nvPicPr>
          <p:cNvPr id="40" name="Picture 39" descr="Arch_Amazon-ElastiCache_4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38566" y="4937760"/>
            <a:ext cx="645109" cy="6451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55914" y="5582869"/>
            <a:ext cx="10104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Amazon</a:t>
            </a:r>
            <a:br/>
            <a:r>
              <a:rPr sz="1200">
                <a:solidFill>
                  <a:srgbClr val="000000"/>
                </a:solidFill>
                <a:latin typeface="Arial"/>
              </a:rPr>
              <a:t>ElastiCache</a:t>
            </a:r>
          </a:p>
        </p:txBody>
      </p:sp>
      <p:pic>
        <p:nvPicPr>
          <p:cNvPr id="42" name="Picture 41" descr="Arch_Amazon-RDS_4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10166" y="4937760"/>
            <a:ext cx="645109" cy="6451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827514" y="5582869"/>
            <a:ext cx="10104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Amazon RDS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5830" y="3531870"/>
            <a:ext cx="1311935" cy="128244"/>
          </a:xfrm>
          <a:prstGeom prst="bentConnector3">
            <a:avLst/>
          </a:prstGeom>
          <a:ln w="15875"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82874" y="3660114"/>
            <a:ext cx="909371" cy="0"/>
          </a:xfrm>
          <a:prstGeom prst="line">
            <a:avLst/>
          </a:prstGeom>
          <a:ln w="15875"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37354" y="3660114"/>
            <a:ext cx="1458011" cy="0"/>
          </a:xfrm>
          <a:prstGeom prst="line">
            <a:avLst/>
          </a:prstGeom>
          <a:ln w="15875"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40474" y="3660114"/>
            <a:ext cx="726491" cy="0"/>
          </a:xfrm>
          <a:prstGeom prst="line">
            <a:avLst/>
          </a:prstGeom>
          <a:ln w="15875"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560320" y="2565349"/>
            <a:ext cx="0" cy="772211"/>
          </a:xfrm>
          <a:prstGeom prst="line">
            <a:avLst/>
          </a:prstGeom>
          <a:ln w="15875"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560320" y="2565349"/>
            <a:ext cx="1554480" cy="772211"/>
          </a:xfrm>
          <a:prstGeom prst="bentConnector3">
            <a:avLst/>
          </a:prstGeom>
          <a:ln w="15875"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89520" y="4348429"/>
            <a:ext cx="0" cy="589331"/>
          </a:xfrm>
          <a:prstGeom prst="line">
            <a:avLst/>
          </a:prstGeom>
          <a:ln w="15875"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912074" y="5260314"/>
            <a:ext cx="726491" cy="0"/>
          </a:xfrm>
          <a:prstGeom prst="line">
            <a:avLst/>
          </a:prstGeom>
          <a:ln w="15875"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83674" y="5260314"/>
            <a:ext cx="726491" cy="0"/>
          </a:xfrm>
          <a:prstGeom prst="line">
            <a:avLst/>
          </a:prstGeom>
          <a:ln w="15875"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89520" y="5948629"/>
            <a:ext cx="0" cy="177851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89520" y="6126480"/>
            <a:ext cx="411480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704320" y="2651760"/>
            <a:ext cx="0" cy="347472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0332720" y="2651760"/>
            <a:ext cx="137160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332720" y="2565349"/>
            <a:ext cx="0" cy="86411"/>
          </a:xfrm>
          <a:prstGeom prst="line">
            <a:avLst/>
          </a:prstGeom>
          <a:ln w="15875"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